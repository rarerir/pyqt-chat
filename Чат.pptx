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2" r:id="rId4"/>
    <p:sldId id="263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9191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11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91714C-52E0-47C1-95B1-A1E3BA527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DD5526A-6BD0-4678-B3DD-BFDCBE763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BC6DBC-A41E-4D97-90DE-E26E9C3C53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A90A5A-8C6E-4574-94AF-6994AE7C6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B9FE13E-AB9A-453C-B8D9-5FDB51CDC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5951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4C2EC0-6032-4C64-BD74-D148352E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353337-0C54-4FC5-B275-1B2FC5CF9F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78D85C-58D0-47A5-817B-30476C2B6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2152BB0-032F-478A-B5A9-10B6B6283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2C8FCF-1E67-4283-9389-73569CB4A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9717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15A49E5-C80C-4D3C-82AA-E6E665041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57AD861-6085-4430-B1D8-4C5FD0DE8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D0C3E65-84E5-4BCA-A8E7-90CA8DAD1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B913B1-81FC-4858-80BA-4E84DE278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03415C0-ED28-4E62-B830-BF09C99F1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2801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8EB8C3-99D6-42A4-B592-3714844E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4EC99E-F73E-41C0-8777-F02D80DA6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E1677EB-E18F-4143-883B-08308538B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F56E6BF-4BDC-4966-91F5-92A82244E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B540A1-D551-4669-9599-D3B63CAF9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DAF593-C6B3-46A7-AC22-99C6ACE5E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07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9A726B-108A-4A57-868E-4DC6AA279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A7736A-705B-441A-B151-EE1A59E16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110DB8E-6BC0-48A0-ABFA-ABFFBE78ED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B26B654-1B6E-445C-8CF8-27FA1D40D1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5F5419F-7E67-4E96-8C93-7CA23F6B4C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70C534B-F20B-457C-AA9F-27180E667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0ACC33C-D078-47FA-89ED-A27017FCF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EC18281-70CB-4365-ABEE-22D5A6BCB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76989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4A270-0F81-428E-AEB3-31225B622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236F7D1-69A1-4FC0-960D-6B6B38F2F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A04A6AC-F052-44C0-BD58-382ED70B9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48EDF60-D611-481F-A9C7-D2062DFF8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058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DB2C4E6B-35E2-4E4A-836F-DF567990C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3F0A9B4-4BE9-4EF0-A8F7-EC9331179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158BEB-5266-4572-A0D0-FEA36C574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2395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08F72B-6DEB-40EB-9A2F-85B074385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C80828-6047-4DB6-9FFB-FBE9524F3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4119EF2-922E-4886-9FF5-1D74570C61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22F4F07-CB61-4AFD-81E3-819A15798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D24C0B2-543C-41A6-A824-5B050CDA23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5AEB4B2-71B5-46B1-ACED-7FE3D22EC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5517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5F2E2C-271E-46FD-9C1A-2858143EE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876253F-277D-48A3-971D-96BABAA726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ABEA3B4-9A21-4181-9769-9E574DB6D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1252386-D736-4C66-9921-DCBDE6B3C1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DC6BBA0-6986-42AE-A5F7-E51B5093E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E2C2D02-D0A7-4877-916F-82E629B17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1253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269F02-AC16-4C43-AA9D-F7BAE0AD2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3D4B1AD-29D9-45F8-A7A8-03E7016D6B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C4B85A0-D4C2-4D49-AF48-29170005D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6BA58C-8E73-4BB4-81F3-59F47C212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62B20B-910C-41D5-9895-006B5AB278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772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A9BC945-1B12-4D12-82EA-2CFA539C51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AC347ED-A756-4946-A44D-4F69C611AE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DDDD3A5-CE34-4A14-BC73-5428DB2BF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25ABA75-2A11-45DF-8DCA-F24BA549A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0CF3285-544A-4019-8D19-143815E7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5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D71274-491A-4238-A2E9-B93095118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757E9A2-AA5C-4C38-9B8F-5100C8C2E4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5594AAE-3EBF-4D00-9F8D-8B26AF8AA5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7B301B-9E5F-4268-9237-3846B090AAD5}" type="datetimeFigureOut">
              <a:rPr lang="ru-RU" smtClean="0"/>
              <a:t>23.11.2024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FB1C59-28A2-46E5-B328-5C5FBCDE0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F01EDA-FC59-43C3-A43D-68C20C73C1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08257-81C6-4880-A5FF-BBB6809C31D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1751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Рисунок 3" descr="Изображение выглядит как графическая вставка, логотип, символ, Графика&#10;&#10;Автоматически созданное описание">
            <a:extLst>
              <a:ext uri="{FF2B5EF4-FFF2-40B4-BE49-F238E27FC236}">
                <a16:creationId xmlns:a16="http://schemas.microsoft.com/office/drawing/2014/main" id="{2E185EBA-0D0D-1867-7312-514E37B285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894" b="6836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4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71672D-AA90-44F4-89AE-36B24BEF1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2540000"/>
            <a:ext cx="10058400" cy="136032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ru-RU" sz="8800" b="1" i="1" dirty="0">
                <a:solidFill>
                  <a:srgbClr val="FFFF00"/>
                </a:solidFill>
              </a:rPr>
              <a:t>Чат на </a:t>
            </a:r>
            <a:r>
              <a:rPr lang="en-US" sz="8800" b="1" i="1" dirty="0" err="1">
                <a:solidFill>
                  <a:srgbClr val="FFFF00"/>
                </a:solidFill>
              </a:rPr>
              <a:t>pyqt</a:t>
            </a:r>
            <a:endParaRPr lang="ru-RU" sz="8800" b="1" i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491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4" name="Rectangle 243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6" name="Right Triangle 24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939E3-A3B1-47A0-94E7-E017E77A3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5260" y="1188637"/>
            <a:ext cx="5852711" cy="1597228"/>
          </a:xfrm>
        </p:spPr>
        <p:txBody>
          <a:bodyPr>
            <a:normAutofit/>
          </a:bodyPr>
          <a:lstStyle/>
          <a:p>
            <a:r>
              <a:rPr lang="ru-RU" sz="5600" dirty="0">
                <a:solidFill>
                  <a:schemeClr val="bg1"/>
                </a:solidFill>
              </a:rPr>
              <a:t>Окно регистрации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07AF6C3-92EE-435E-82D2-AEBE28571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357" y="2317052"/>
            <a:ext cx="3533985" cy="2301057"/>
          </a:xfrm>
          <a:prstGeom prst="rect">
            <a:avLst/>
          </a:prstGeom>
        </p:spPr>
      </p:pic>
      <p:sp>
        <p:nvSpPr>
          <p:cNvPr id="239" name="Объект 2">
            <a:extLst>
              <a:ext uri="{FF2B5EF4-FFF2-40B4-BE49-F238E27FC236}">
                <a16:creationId xmlns:a16="http://schemas.microsoft.com/office/drawing/2014/main" id="{6C48A4D7-46D5-4CC9-BAF4-73AB0399C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2998278"/>
            <a:ext cx="4428236" cy="2728198"/>
          </a:xfrm>
        </p:spPr>
        <p:txBody>
          <a:bodyPr anchor="t"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Реализовано в две строки и две кнопки: логин и пароль, войти и зарегистрироваться.</a:t>
            </a:r>
          </a:p>
          <a:p>
            <a:r>
              <a:rPr lang="ru-RU" sz="2000" dirty="0">
                <a:solidFill>
                  <a:schemeClr val="bg1"/>
                </a:solidFill>
              </a:rPr>
              <a:t>Программа обращается к </a:t>
            </a:r>
            <a:r>
              <a:rPr lang="ru-RU" sz="2000" dirty="0" err="1">
                <a:solidFill>
                  <a:schemeClr val="bg1"/>
                </a:solidFill>
              </a:rPr>
              <a:t>бд</a:t>
            </a:r>
            <a:r>
              <a:rPr lang="ru-RU" sz="2000" dirty="0">
                <a:solidFill>
                  <a:schemeClr val="bg1"/>
                </a:solidFill>
              </a:rPr>
              <a:t> и получает аккаунт с совпадающими данными, если она его не находит, пользователю выводится, что логин или пароль неправильны в нижнем углу экрана.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713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A5162-B269-5989-319A-50F775BB9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4" name="Rectangle 243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6" name="Rectangle 245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8" name="Rectangle 247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AC71EB-B568-C7E1-1887-30B92D674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pPr algn="ctr"/>
            <a:r>
              <a:rPr lang="ru-RU" dirty="0">
                <a:solidFill>
                  <a:schemeClr val="bg1"/>
                </a:solidFill>
              </a:rPr>
              <a:t>Окно чата</a:t>
            </a:r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9" name="Объект 2">
            <a:extLst>
              <a:ext uri="{FF2B5EF4-FFF2-40B4-BE49-F238E27FC236}">
                <a16:creationId xmlns:a16="http://schemas.microsoft.com/office/drawing/2014/main" id="{C05B9436-6723-85DC-C68E-EE94C33AD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1453" y="2478024"/>
            <a:ext cx="3872243" cy="3694176"/>
          </a:xfrm>
        </p:spPr>
        <p:txBody>
          <a:bodyPr anchor="ctr">
            <a:normAutofit/>
          </a:bodyPr>
          <a:lstStyle/>
          <a:p>
            <a:r>
              <a:rPr lang="ru-RU" sz="1800" dirty="0">
                <a:solidFill>
                  <a:schemeClr val="bg1">
                    <a:alpha val="80000"/>
                  </a:schemeClr>
                </a:solidFill>
              </a:rPr>
              <a:t>Окно чата включает в себя сам чат, кнопку обновления и смены сервера</a:t>
            </a:r>
          </a:p>
          <a:p>
            <a:r>
              <a:rPr lang="ru-RU" sz="1800" dirty="0">
                <a:solidFill>
                  <a:schemeClr val="bg1">
                    <a:alpha val="80000"/>
                  </a:schemeClr>
                </a:solidFill>
              </a:rPr>
              <a:t>Пользователи подразделяются на админов и обычных, админы могут редактировать и удалять сообщения любых людей, пользователи только свои</a:t>
            </a:r>
          </a:p>
        </p:txBody>
      </p:sp>
      <p:pic>
        <p:nvPicPr>
          <p:cNvPr id="15" name="Рисунок 14" descr="Изображение выглядит как текст, снимок экрана, дисплей, Шрифт&#10;&#10;Автоматически созданное описание">
            <a:extLst>
              <a:ext uri="{FF2B5EF4-FFF2-40B4-BE49-F238E27FC236}">
                <a16:creationId xmlns:a16="http://schemas.microsoft.com/office/drawing/2014/main" id="{EC41DFE6-BD7F-51F3-5BF8-D9093E788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09" y="2770488"/>
            <a:ext cx="5537791" cy="3109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171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03118C-E252-1E33-B791-772FC2F3F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Привилегии</a:t>
            </a:r>
            <a:r>
              <a:rPr lang="en-US" sz="54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4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пользователей</a:t>
            </a:r>
            <a:endParaRPr lang="en-US" sz="54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16C38D-904B-E331-EE9A-E7F6FAE76A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9304" y="1316183"/>
            <a:ext cx="9607296" cy="1619010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80864577-484A-183E-BBA9-7D03056206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4612943"/>
            <a:ext cx="7745969" cy="14082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Пользователи</a:t>
            </a:r>
            <a:r>
              <a:rPr lang="ru-RU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подразделяются на админов и обычных.</a:t>
            </a:r>
            <a:endParaRPr lang="en-US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2113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10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D16EE-AAC3-4394-9646-7144923A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/>
          </a:bodyPr>
          <a:lstStyle/>
          <a:p>
            <a:r>
              <a:rPr lang="ru-RU" sz="4000" dirty="0">
                <a:solidFill>
                  <a:schemeClr val="bg1"/>
                </a:solidFill>
              </a:rPr>
              <a:t>Структура сообщений</a:t>
            </a:r>
          </a:p>
        </p:txBody>
      </p:sp>
      <p:grpSp>
        <p:nvGrpSpPr>
          <p:cNvPr id="40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3A33DFC-FBE0-42B5-9621-A5708035AA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5278066" cy="3979585"/>
          </a:xfrm>
        </p:spPr>
        <p:txBody>
          <a:bodyPr anchor="ctr">
            <a:normAutofit/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Каждое сообщение включает в себя</a:t>
            </a:r>
            <a:r>
              <a:rPr lang="en-US" sz="2000" dirty="0">
                <a:solidFill>
                  <a:schemeClr val="bg1"/>
                </a:solidFill>
              </a:rPr>
              <a:t> id</a:t>
            </a:r>
            <a:r>
              <a:rPr lang="ru-RU" sz="2000" dirty="0">
                <a:solidFill>
                  <a:schemeClr val="bg1"/>
                </a:solidFill>
              </a:rPr>
              <a:t> самого сообщения,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пользователя, сервера, текст, дату отправки, и флаг, является ли оно удалённым.</a:t>
            </a:r>
          </a:p>
          <a:p>
            <a:r>
              <a:rPr lang="ru-RU" sz="2000" dirty="0">
                <a:solidFill>
                  <a:schemeClr val="bg1"/>
                </a:solidFill>
              </a:rPr>
              <a:t>Каждый сервер состоит из имени и </a:t>
            </a:r>
            <a:r>
              <a:rPr lang="en-US" sz="2000" dirty="0">
                <a:solidFill>
                  <a:schemeClr val="bg1"/>
                </a:solidFill>
              </a:rPr>
              <a:t>id</a:t>
            </a:r>
            <a:endParaRPr lang="ru-RU" sz="2000" dirty="0">
              <a:solidFill>
                <a:schemeClr val="bg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50DB2C7-7E15-49EF-83F8-38E841857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3423" y="1216683"/>
            <a:ext cx="4397433" cy="124917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A89CC6A-CA28-46E7-B6C6-C23D62EB4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23" y="3861469"/>
            <a:ext cx="4395569" cy="221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755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Рисунок 4" descr="Изображение выглядит как текст, снимок экрана&#10;&#10;Автоматически созданное описание">
            <a:extLst>
              <a:ext uri="{FF2B5EF4-FFF2-40B4-BE49-F238E27FC236}">
                <a16:creationId xmlns:a16="http://schemas.microsoft.com/office/drawing/2014/main" id="{4180BE52-144A-39A7-BF1E-01BBEFC8C4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b="343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4CFCBA-455C-76F7-DB58-A6AEB335F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600" b="1" dirty="0" err="1">
                <a:solidFill>
                  <a:schemeClr val="accent5">
                    <a:lumMod val="75000"/>
                  </a:schemeClr>
                </a:solidFill>
              </a:rPr>
              <a:t>Cпасибо</a:t>
            </a:r>
            <a:r>
              <a:rPr lang="en-US" sz="6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6600" b="1" dirty="0" err="1">
                <a:solidFill>
                  <a:schemeClr val="accent5">
                    <a:lumMod val="75000"/>
                  </a:schemeClr>
                </a:solidFill>
              </a:rPr>
              <a:t>за</a:t>
            </a:r>
            <a:r>
              <a:rPr lang="en-US" sz="6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en-US" sz="6600" b="1" dirty="0">
                <a:solidFill>
                  <a:schemeClr val="accent4"/>
                </a:solidFill>
              </a:rPr>
              <a:t>внимание!1!11!!!!</a:t>
            </a:r>
          </a:p>
        </p:txBody>
      </p:sp>
    </p:spTree>
    <p:extLst>
      <p:ext uri="{BB962C8B-B14F-4D97-AF65-F5344CB8AC3E}">
        <p14:creationId xmlns:p14="http://schemas.microsoft.com/office/powerpoint/2010/main" val="1989840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135</Words>
  <Application>Microsoft Office PowerPoint</Application>
  <PresentationFormat>Широкоэкранный</PresentationFormat>
  <Paragraphs>13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Тема Office</vt:lpstr>
      <vt:lpstr>Чат на pyqt</vt:lpstr>
      <vt:lpstr>Окно регистрации</vt:lpstr>
      <vt:lpstr>Окно чата</vt:lpstr>
      <vt:lpstr>Привилегии пользователей</vt:lpstr>
      <vt:lpstr>Структура сообщений</vt:lpstr>
      <vt:lpstr>Cпасибо за внимание!1!11!!!!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Чат</dc:title>
  <dc:creator>lib</dc:creator>
  <cp:lastModifiedBy>Егор Попов</cp:lastModifiedBy>
  <cp:revision>3</cp:revision>
  <dcterms:created xsi:type="dcterms:W3CDTF">2024-11-16T06:54:52Z</dcterms:created>
  <dcterms:modified xsi:type="dcterms:W3CDTF">2024-11-23T03:19:03Z</dcterms:modified>
</cp:coreProperties>
</file>